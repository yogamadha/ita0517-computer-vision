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82" r:id="rId3"/>
    <p:sldId id="312" r:id="rId4"/>
    <p:sldId id="310" r:id="rId5"/>
    <p:sldId id="311" r:id="rId6"/>
    <p:sldId id="314" r:id="rId7"/>
    <p:sldId id="315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B7F33-39F1-4B12-B60A-003C095F1FE1}" v="4" dt="2026-07-24T08:57:35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510" autoAdjust="0"/>
  </p:normalViewPr>
  <p:slideViewPr>
    <p:cSldViewPr snapToGrid="0">
      <p:cViewPr varScale="1">
        <p:scale>
          <a:sx n="78" d="100"/>
          <a:sy n="78" d="100"/>
        </p:scale>
        <p:origin x="38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a Madha" userId="4858ae419110cb3d" providerId="LiveId" clId="{8D6C3456-B482-4C55-A95C-F7A2D0D3FE6E}"/>
    <pc:docChg chg="undo custSel delSld modSld sldOrd">
      <pc:chgData name="Yoga Madha" userId="4858ae419110cb3d" providerId="LiveId" clId="{8D6C3456-B482-4C55-A95C-F7A2D0D3FE6E}" dt="2026-07-24T08:59:35.120" v="221" actId="1076"/>
      <pc:docMkLst>
        <pc:docMk/>
      </pc:docMkLst>
      <pc:sldChg chg="del">
        <pc:chgData name="Yoga Madha" userId="4858ae419110cb3d" providerId="LiveId" clId="{8D6C3456-B482-4C55-A95C-F7A2D0D3FE6E}" dt="2026-07-24T08:58:16.741" v="207" actId="47"/>
        <pc:sldMkLst>
          <pc:docMk/>
          <pc:sldMk cId="0" sldId="260"/>
        </pc:sldMkLst>
      </pc:sldChg>
      <pc:sldChg chg="ord">
        <pc:chgData name="Yoga Madha" userId="4858ae419110cb3d" providerId="LiveId" clId="{8D6C3456-B482-4C55-A95C-F7A2D0D3FE6E}" dt="2026-07-24T08:37:53.638" v="1"/>
        <pc:sldMkLst>
          <pc:docMk/>
          <pc:sldMk cId="0" sldId="282"/>
        </pc:sldMkLst>
      </pc:sldChg>
      <pc:sldChg chg="del">
        <pc:chgData name="Yoga Madha" userId="4858ae419110cb3d" providerId="LiveId" clId="{8D6C3456-B482-4C55-A95C-F7A2D0D3FE6E}" dt="2026-07-24T08:58:16.112" v="206" actId="47"/>
        <pc:sldMkLst>
          <pc:docMk/>
          <pc:sldMk cId="0" sldId="283"/>
        </pc:sldMkLst>
      </pc:sldChg>
      <pc:sldChg chg="del">
        <pc:chgData name="Yoga Madha" userId="4858ae419110cb3d" providerId="LiveId" clId="{8D6C3456-B482-4C55-A95C-F7A2D0D3FE6E}" dt="2026-07-24T08:58:15.292" v="205" actId="47"/>
        <pc:sldMkLst>
          <pc:docMk/>
          <pc:sldMk cId="0" sldId="297"/>
        </pc:sldMkLst>
      </pc:sldChg>
      <pc:sldChg chg="del">
        <pc:chgData name="Yoga Madha" userId="4858ae419110cb3d" providerId="LiveId" clId="{8D6C3456-B482-4C55-A95C-F7A2D0D3FE6E}" dt="2026-07-24T08:58:13.698" v="203" actId="47"/>
        <pc:sldMkLst>
          <pc:docMk/>
          <pc:sldMk cId="0" sldId="306"/>
        </pc:sldMkLst>
      </pc:sldChg>
      <pc:sldChg chg="modSp mod ord">
        <pc:chgData name="Yoga Madha" userId="4858ae419110cb3d" providerId="LiveId" clId="{8D6C3456-B482-4C55-A95C-F7A2D0D3FE6E}" dt="2026-07-24T08:44:32.039" v="84" actId="20577"/>
        <pc:sldMkLst>
          <pc:docMk/>
          <pc:sldMk cId="323713634" sldId="310"/>
        </pc:sldMkLst>
        <pc:spChg chg="mod">
          <ac:chgData name="Yoga Madha" userId="4858ae419110cb3d" providerId="LiveId" clId="{8D6C3456-B482-4C55-A95C-F7A2D0D3FE6E}" dt="2026-07-24T08:44:06.773" v="75" actId="1076"/>
          <ac:spMkLst>
            <pc:docMk/>
            <pc:sldMk cId="323713634" sldId="310"/>
            <ac:spMk id="10" creationId="{08B784D0-DE7B-CFE8-2090-2366B1E357B5}"/>
          </ac:spMkLst>
        </pc:spChg>
        <pc:spChg chg="mod">
          <ac:chgData name="Yoga Madha" userId="4858ae419110cb3d" providerId="LiveId" clId="{8D6C3456-B482-4C55-A95C-F7A2D0D3FE6E}" dt="2026-07-24T08:44:32.039" v="84" actId="20577"/>
          <ac:spMkLst>
            <pc:docMk/>
            <pc:sldMk cId="323713634" sldId="310"/>
            <ac:spMk id="12" creationId="{1EC0E47D-3740-A09F-C30F-8220A7ABC19D}"/>
          </ac:spMkLst>
        </pc:spChg>
        <pc:spChg chg="mod">
          <ac:chgData name="Yoga Madha" userId="4858ae419110cb3d" providerId="LiveId" clId="{8D6C3456-B482-4C55-A95C-F7A2D0D3FE6E}" dt="2026-07-24T08:43:07.952" v="61" actId="1076"/>
          <ac:spMkLst>
            <pc:docMk/>
            <pc:sldMk cId="323713634" sldId="310"/>
            <ac:spMk id="18" creationId="{93D534C9-F4A0-72BB-2C1B-D49373B410D8}"/>
          </ac:spMkLst>
        </pc:spChg>
        <pc:spChg chg="mod">
          <ac:chgData name="Yoga Madha" userId="4858ae419110cb3d" providerId="LiveId" clId="{8D6C3456-B482-4C55-A95C-F7A2D0D3FE6E}" dt="2026-07-24T08:43:07.952" v="61" actId="1076"/>
          <ac:spMkLst>
            <pc:docMk/>
            <pc:sldMk cId="323713634" sldId="310"/>
            <ac:spMk id="22" creationId="{C816F708-B244-E348-34BE-7F900B027973}"/>
          </ac:spMkLst>
        </pc:spChg>
        <pc:spChg chg="mod">
          <ac:chgData name="Yoga Madha" userId="4858ae419110cb3d" providerId="LiveId" clId="{8D6C3456-B482-4C55-A95C-F7A2D0D3FE6E}" dt="2026-07-24T08:43:28.132" v="63" actId="207"/>
          <ac:spMkLst>
            <pc:docMk/>
            <pc:sldMk cId="323713634" sldId="310"/>
            <ac:spMk id="26" creationId="{E04F443F-CF19-A3BB-C5B0-315793DE6A16}"/>
          </ac:spMkLst>
        </pc:spChg>
        <pc:spChg chg="mod">
          <ac:chgData name="Yoga Madha" userId="4858ae419110cb3d" providerId="LiveId" clId="{8D6C3456-B482-4C55-A95C-F7A2D0D3FE6E}" dt="2026-07-24T08:43:37.273" v="64" actId="207"/>
          <ac:spMkLst>
            <pc:docMk/>
            <pc:sldMk cId="323713634" sldId="310"/>
            <ac:spMk id="30" creationId="{6F51A643-2D09-7741-B439-DE394F5AE503}"/>
          </ac:spMkLst>
        </pc:spChg>
        <pc:spChg chg="mod">
          <ac:chgData name="Yoga Madha" userId="4858ae419110cb3d" providerId="LiveId" clId="{8D6C3456-B482-4C55-A95C-F7A2D0D3FE6E}" dt="2026-07-24T08:43:07.952" v="61" actId="1076"/>
          <ac:spMkLst>
            <pc:docMk/>
            <pc:sldMk cId="323713634" sldId="310"/>
            <ac:spMk id="32" creationId="{4D29C681-1B0F-F9F9-B86A-3C0A86BA85BB}"/>
          </ac:spMkLst>
        </pc:spChg>
        <pc:spChg chg="mod">
          <ac:chgData name="Yoga Madha" userId="4858ae419110cb3d" providerId="LiveId" clId="{8D6C3456-B482-4C55-A95C-F7A2D0D3FE6E}" dt="2026-07-24T08:43:42.769" v="65" actId="207"/>
          <ac:spMkLst>
            <pc:docMk/>
            <pc:sldMk cId="323713634" sldId="310"/>
            <ac:spMk id="34" creationId="{7777CDEC-5027-7EF7-D45B-06283B5857CD}"/>
          </ac:spMkLst>
        </pc:spChg>
        <pc:spChg chg="mod">
          <ac:chgData name="Yoga Madha" userId="4858ae419110cb3d" providerId="LiveId" clId="{8D6C3456-B482-4C55-A95C-F7A2D0D3FE6E}" dt="2026-07-24T08:43:07.952" v="61" actId="1076"/>
          <ac:spMkLst>
            <pc:docMk/>
            <pc:sldMk cId="323713634" sldId="310"/>
            <ac:spMk id="42" creationId="{518FF97C-3BC4-D5C8-2BC1-2983F7FD21A6}"/>
          </ac:spMkLst>
        </pc:spChg>
        <pc:spChg chg="mod">
          <ac:chgData name="Yoga Madha" userId="4858ae419110cb3d" providerId="LiveId" clId="{8D6C3456-B482-4C55-A95C-F7A2D0D3FE6E}" dt="2026-07-24T08:43:07.952" v="61" actId="1076"/>
          <ac:spMkLst>
            <pc:docMk/>
            <pc:sldMk cId="323713634" sldId="310"/>
            <ac:spMk id="46" creationId="{8E7EDCF6-26C3-93FD-22DD-48631A8D88AF}"/>
          </ac:spMkLst>
        </pc:spChg>
        <pc:spChg chg="mod">
          <ac:chgData name="Yoga Madha" userId="4858ae419110cb3d" providerId="LiveId" clId="{8D6C3456-B482-4C55-A95C-F7A2D0D3FE6E}" dt="2026-07-24T08:43:07.952" v="61" actId="1076"/>
          <ac:spMkLst>
            <pc:docMk/>
            <pc:sldMk cId="323713634" sldId="310"/>
            <ac:spMk id="48" creationId="{5A6038B8-8A1C-70DD-41E1-124AD09B00F9}"/>
          </ac:spMkLst>
        </pc:spChg>
        <pc:spChg chg="mod">
          <ac:chgData name="Yoga Madha" userId="4858ae419110cb3d" providerId="LiveId" clId="{8D6C3456-B482-4C55-A95C-F7A2D0D3FE6E}" dt="2026-07-24T08:43:07.952" v="61" actId="1076"/>
          <ac:spMkLst>
            <pc:docMk/>
            <pc:sldMk cId="323713634" sldId="310"/>
            <ac:spMk id="52" creationId="{BED4C6F9-1D35-5D66-0AD2-04277C23B09A}"/>
          </ac:spMkLst>
        </pc:spChg>
        <pc:spChg chg="mod">
          <ac:chgData name="Yoga Madha" userId="4858ae419110cb3d" providerId="LiveId" clId="{8D6C3456-B482-4C55-A95C-F7A2D0D3FE6E}" dt="2026-07-24T08:43:07.952" v="61" actId="1076"/>
          <ac:spMkLst>
            <pc:docMk/>
            <pc:sldMk cId="323713634" sldId="310"/>
            <ac:spMk id="62" creationId="{5B3A3B91-8561-3384-25C3-7E143A127E22}"/>
          </ac:spMkLst>
        </pc:spChg>
        <pc:spChg chg="mod">
          <ac:chgData name="Yoga Madha" userId="4858ae419110cb3d" providerId="LiveId" clId="{8D6C3456-B482-4C55-A95C-F7A2D0D3FE6E}" dt="2026-07-24T08:43:07.952" v="61" actId="1076"/>
          <ac:spMkLst>
            <pc:docMk/>
            <pc:sldMk cId="323713634" sldId="310"/>
            <ac:spMk id="66" creationId="{21ACBE9C-9C7F-AECD-EE70-A3AEF0A11F0C}"/>
          </ac:spMkLst>
        </pc:spChg>
        <pc:picChg chg="mod">
          <ac:chgData name="Yoga Madha" userId="4858ae419110cb3d" providerId="LiveId" clId="{8D6C3456-B482-4C55-A95C-F7A2D0D3FE6E}" dt="2026-07-24T08:44:09.401" v="76" actId="1076"/>
          <ac:picMkLst>
            <pc:docMk/>
            <pc:sldMk cId="323713634" sldId="310"/>
            <ac:picMk id="4" creationId="{8B4717EF-F231-53FA-2DA7-94C5D40AEC96}"/>
          </ac:picMkLst>
        </pc:picChg>
      </pc:sldChg>
      <pc:sldChg chg="addSp delSp modSp mod">
        <pc:chgData name="Yoga Madha" userId="4858ae419110cb3d" providerId="LiveId" clId="{8D6C3456-B482-4C55-A95C-F7A2D0D3FE6E}" dt="2026-07-24T08:54:38.743" v="185" actId="113"/>
        <pc:sldMkLst>
          <pc:docMk/>
          <pc:sldMk cId="3749266762" sldId="311"/>
        </pc:sldMkLst>
        <pc:spChg chg="mod">
          <ac:chgData name="Yoga Madha" userId="4858ae419110cb3d" providerId="LiveId" clId="{8D6C3456-B482-4C55-A95C-F7A2D0D3FE6E}" dt="2026-07-24T08:54:38.743" v="185" actId="113"/>
          <ac:spMkLst>
            <pc:docMk/>
            <pc:sldMk cId="3749266762" sldId="311"/>
            <ac:spMk id="2" creationId="{A3564D01-23F4-595C-9EA0-77A6C352D677}"/>
          </ac:spMkLst>
        </pc:spChg>
        <pc:spChg chg="del">
          <ac:chgData name="Yoga Madha" userId="4858ae419110cb3d" providerId="LiveId" clId="{8D6C3456-B482-4C55-A95C-F7A2D0D3FE6E}" dt="2026-07-24T08:45:06.152" v="85" actId="478"/>
          <ac:spMkLst>
            <pc:docMk/>
            <pc:sldMk cId="3749266762" sldId="311"/>
            <ac:spMk id="3" creationId="{2469A07E-F548-1070-9BDA-491568641B89}"/>
          </ac:spMkLst>
        </pc:spChg>
        <pc:spChg chg="add del mod">
          <ac:chgData name="Yoga Madha" userId="4858ae419110cb3d" providerId="LiveId" clId="{8D6C3456-B482-4C55-A95C-F7A2D0D3FE6E}" dt="2026-07-24T08:45:07.978" v="86" actId="478"/>
          <ac:spMkLst>
            <pc:docMk/>
            <pc:sldMk cId="3749266762" sldId="311"/>
            <ac:spMk id="8" creationId="{E2E2F4C4-87DB-324E-423C-CFC0B4260C6E}"/>
          </ac:spMkLst>
        </pc:spChg>
        <pc:spChg chg="add del mod">
          <ac:chgData name="Yoga Madha" userId="4858ae419110cb3d" providerId="LiveId" clId="{8D6C3456-B482-4C55-A95C-F7A2D0D3FE6E}" dt="2026-07-24T08:45:48.893" v="95" actId="478"/>
          <ac:spMkLst>
            <pc:docMk/>
            <pc:sldMk cId="3749266762" sldId="311"/>
            <ac:spMk id="10" creationId="{CAA52E17-C953-636D-69EC-089FA4BB04E0}"/>
          </ac:spMkLst>
        </pc:spChg>
        <pc:spChg chg="mod">
          <ac:chgData name="Yoga Madha" userId="4858ae419110cb3d" providerId="LiveId" clId="{8D6C3456-B482-4C55-A95C-F7A2D0D3FE6E}" dt="2026-07-24T08:53:41.736" v="177" actId="113"/>
          <ac:spMkLst>
            <pc:docMk/>
            <pc:sldMk cId="3749266762" sldId="311"/>
            <ac:spMk id="14" creationId="{E148C7EF-DB99-BE91-A5C5-B9B466232B70}"/>
          </ac:spMkLst>
        </pc:spChg>
        <pc:spChg chg="add mod">
          <ac:chgData name="Yoga Madha" userId="4858ae419110cb3d" providerId="LiveId" clId="{8D6C3456-B482-4C55-A95C-F7A2D0D3FE6E}" dt="2026-07-24T08:53:34.017" v="176" actId="404"/>
          <ac:spMkLst>
            <pc:docMk/>
            <pc:sldMk cId="3749266762" sldId="311"/>
            <ac:spMk id="16" creationId="{6FAE3721-D2D1-66EF-E001-5327D0FEBDFE}"/>
          </ac:spMkLst>
        </pc:spChg>
        <pc:spChg chg="mod">
          <ac:chgData name="Yoga Madha" userId="4858ae419110cb3d" providerId="LiveId" clId="{8D6C3456-B482-4C55-A95C-F7A2D0D3FE6E}" dt="2026-07-24T08:53:04.308" v="172" actId="113"/>
          <ac:spMkLst>
            <pc:docMk/>
            <pc:sldMk cId="3749266762" sldId="311"/>
            <ac:spMk id="20" creationId="{54A8F3F1-A712-855E-4E1B-5BF56DCB0202}"/>
          </ac:spMkLst>
        </pc:spChg>
        <pc:spChg chg="add mod">
          <ac:chgData name="Yoga Madha" userId="4858ae419110cb3d" providerId="LiveId" clId="{8D6C3456-B482-4C55-A95C-F7A2D0D3FE6E}" dt="2026-07-24T08:53:17.467" v="174" actId="404"/>
          <ac:spMkLst>
            <pc:docMk/>
            <pc:sldMk cId="3749266762" sldId="311"/>
            <ac:spMk id="22" creationId="{67910FB3-6A74-7D5B-877D-DEA56AE2F762}"/>
          </ac:spMkLst>
        </pc:spChg>
        <pc:spChg chg="add mod">
          <ac:chgData name="Yoga Madha" userId="4858ae419110cb3d" providerId="LiveId" clId="{8D6C3456-B482-4C55-A95C-F7A2D0D3FE6E}" dt="2026-07-24T08:52:18.033" v="164" actId="1076"/>
          <ac:spMkLst>
            <pc:docMk/>
            <pc:sldMk cId="3749266762" sldId="311"/>
            <ac:spMk id="26" creationId="{D24CF585-4E0F-23DC-DA10-DE1B4B52CCE5}"/>
          </ac:spMkLst>
        </pc:spChg>
        <pc:spChg chg="add mod">
          <ac:chgData name="Yoga Madha" userId="4858ae419110cb3d" providerId="LiveId" clId="{8D6C3456-B482-4C55-A95C-F7A2D0D3FE6E}" dt="2026-07-24T08:52:22.389" v="165" actId="1076"/>
          <ac:spMkLst>
            <pc:docMk/>
            <pc:sldMk cId="3749266762" sldId="311"/>
            <ac:spMk id="28" creationId="{43A498AD-61E8-16A2-2449-8E6C52C58D72}"/>
          </ac:spMkLst>
        </pc:spChg>
        <pc:spChg chg="add mod">
          <ac:chgData name="Yoga Madha" userId="4858ae419110cb3d" providerId="LiveId" clId="{8D6C3456-B482-4C55-A95C-F7A2D0D3FE6E}" dt="2026-07-24T08:53:51.485" v="178" actId="113"/>
          <ac:spMkLst>
            <pc:docMk/>
            <pc:sldMk cId="3749266762" sldId="311"/>
            <ac:spMk id="32" creationId="{835E56FE-23CE-DDDF-DA54-F950ADE51A5D}"/>
          </ac:spMkLst>
        </pc:spChg>
        <pc:spChg chg="add mod">
          <ac:chgData name="Yoga Madha" userId="4858ae419110cb3d" providerId="LiveId" clId="{8D6C3456-B482-4C55-A95C-F7A2D0D3FE6E}" dt="2026-07-24T08:53:58.980" v="179" actId="404"/>
          <ac:spMkLst>
            <pc:docMk/>
            <pc:sldMk cId="3749266762" sldId="311"/>
            <ac:spMk id="34" creationId="{A1C54958-5F7D-BD0B-CE54-F3455BE7B759}"/>
          </ac:spMkLst>
        </pc:spChg>
        <pc:spChg chg="add mod">
          <ac:chgData name="Yoga Madha" userId="4858ae419110cb3d" providerId="LiveId" clId="{8D6C3456-B482-4C55-A95C-F7A2D0D3FE6E}" dt="2026-07-24T08:54:22.838" v="183" actId="113"/>
          <ac:spMkLst>
            <pc:docMk/>
            <pc:sldMk cId="3749266762" sldId="311"/>
            <ac:spMk id="38" creationId="{B605C345-46DE-5DF1-CBB9-DCFDDB001A62}"/>
          </ac:spMkLst>
        </pc:spChg>
        <pc:spChg chg="add mod">
          <ac:chgData name="Yoga Madha" userId="4858ae419110cb3d" providerId="LiveId" clId="{8D6C3456-B482-4C55-A95C-F7A2D0D3FE6E}" dt="2026-07-24T08:54:16.551" v="182" actId="404"/>
          <ac:spMkLst>
            <pc:docMk/>
            <pc:sldMk cId="3749266762" sldId="311"/>
            <ac:spMk id="40" creationId="{764956D0-9BE4-DDF8-F255-2C1A0F09E676}"/>
          </ac:spMkLst>
        </pc:spChg>
        <pc:spChg chg="mod">
          <ac:chgData name="Yoga Madha" userId="4858ae419110cb3d" providerId="LiveId" clId="{8D6C3456-B482-4C55-A95C-F7A2D0D3FE6E}" dt="2026-07-24T08:52:32.430" v="167" actId="113"/>
          <ac:spMkLst>
            <pc:docMk/>
            <pc:sldMk cId="3749266762" sldId="311"/>
            <ac:spMk id="44" creationId="{03FC9F6E-DF54-C5B0-0ECF-8C908BD324A3}"/>
          </ac:spMkLst>
        </pc:spChg>
        <pc:spChg chg="add mod">
          <ac:chgData name="Yoga Madha" userId="4858ae419110cb3d" providerId="LiveId" clId="{8D6C3456-B482-4C55-A95C-F7A2D0D3FE6E}" dt="2026-07-24T08:52:49.546" v="170" actId="404"/>
          <ac:spMkLst>
            <pc:docMk/>
            <pc:sldMk cId="3749266762" sldId="311"/>
            <ac:spMk id="46" creationId="{7408B107-BAB5-6ABE-927C-4096A020A05A}"/>
          </ac:spMkLst>
        </pc:spChg>
        <pc:picChg chg="del">
          <ac:chgData name="Yoga Madha" userId="4858ae419110cb3d" providerId="LiveId" clId="{8D6C3456-B482-4C55-A95C-F7A2D0D3FE6E}" dt="2026-07-24T08:45:12.031" v="87" actId="478"/>
          <ac:picMkLst>
            <pc:docMk/>
            <pc:sldMk cId="3749266762" sldId="311"/>
            <ac:picMk id="6" creationId="{93E6EF0A-0CCE-0766-4CC6-62B6C3A798D0}"/>
          </ac:picMkLst>
        </pc:picChg>
        <pc:picChg chg="mod">
          <ac:chgData name="Yoga Madha" userId="4858ae419110cb3d" providerId="LiveId" clId="{8D6C3456-B482-4C55-A95C-F7A2D0D3FE6E}" dt="2026-07-24T08:46:32.420" v="99" actId="14100"/>
          <ac:picMkLst>
            <pc:docMk/>
            <pc:sldMk cId="3749266762" sldId="311"/>
            <ac:picMk id="12" creationId="{005F347B-B447-E1B0-919F-6492755FF73A}"/>
          </ac:picMkLst>
        </pc:picChg>
        <pc:picChg chg="mod">
          <ac:chgData name="Yoga Madha" userId="4858ae419110cb3d" providerId="LiveId" clId="{8D6C3456-B482-4C55-A95C-F7A2D0D3FE6E}" dt="2026-07-24T08:53:21.362" v="175" actId="1076"/>
          <ac:picMkLst>
            <pc:docMk/>
            <pc:sldMk cId="3749266762" sldId="311"/>
            <ac:picMk id="18" creationId="{304F7ADF-0EA3-5970-302C-4129FE432E63}"/>
          </ac:picMkLst>
        </pc:picChg>
        <pc:picChg chg="mod">
          <ac:chgData name="Yoga Madha" userId="4858ae419110cb3d" providerId="LiveId" clId="{8D6C3456-B482-4C55-A95C-F7A2D0D3FE6E}" dt="2026-07-24T08:52:14.370" v="163" actId="1076"/>
          <ac:picMkLst>
            <pc:docMk/>
            <pc:sldMk cId="3749266762" sldId="311"/>
            <ac:picMk id="24" creationId="{A79029E6-1977-2CCE-DBF2-958F88F21065}"/>
          </ac:picMkLst>
        </pc:picChg>
        <pc:picChg chg="mod">
          <ac:chgData name="Yoga Madha" userId="4858ae419110cb3d" providerId="LiveId" clId="{8D6C3456-B482-4C55-A95C-F7A2D0D3FE6E}" dt="2026-07-24T08:50:36.575" v="148" actId="14100"/>
          <ac:picMkLst>
            <pc:docMk/>
            <pc:sldMk cId="3749266762" sldId="311"/>
            <ac:picMk id="30" creationId="{9C27F62D-0E5D-18D9-E533-36DEBFA62A66}"/>
          </ac:picMkLst>
        </pc:picChg>
        <pc:picChg chg="mod">
          <ac:chgData name="Yoga Madha" userId="4858ae419110cb3d" providerId="LiveId" clId="{8D6C3456-B482-4C55-A95C-F7A2D0D3FE6E}" dt="2026-07-24T08:50:20.881" v="145" actId="14100"/>
          <ac:picMkLst>
            <pc:docMk/>
            <pc:sldMk cId="3749266762" sldId="311"/>
            <ac:picMk id="36" creationId="{A4C086CC-A9EF-D6A1-7553-F325EFE168DE}"/>
          </ac:picMkLst>
        </pc:picChg>
        <pc:picChg chg="mod">
          <ac:chgData name="Yoga Madha" userId="4858ae419110cb3d" providerId="LiveId" clId="{8D6C3456-B482-4C55-A95C-F7A2D0D3FE6E}" dt="2026-07-24T08:52:36.420" v="168" actId="1076"/>
          <ac:picMkLst>
            <pc:docMk/>
            <pc:sldMk cId="3749266762" sldId="311"/>
            <ac:picMk id="42" creationId="{B6904C21-64D5-B610-3DC1-E18BC0D2BBA3}"/>
          </ac:picMkLst>
        </pc:picChg>
      </pc:sldChg>
      <pc:sldChg chg="addSp delSp modSp mod">
        <pc:chgData name="Yoga Madha" userId="4858ae419110cb3d" providerId="LiveId" clId="{8D6C3456-B482-4C55-A95C-F7A2D0D3FE6E}" dt="2026-07-24T08:54:59.640" v="187" actId="113"/>
        <pc:sldMkLst>
          <pc:docMk/>
          <pc:sldMk cId="1696622456" sldId="312"/>
        </pc:sldMkLst>
        <pc:spChg chg="mod">
          <ac:chgData name="Yoga Madha" userId="4858ae419110cb3d" providerId="LiveId" clId="{8D6C3456-B482-4C55-A95C-F7A2D0D3FE6E}" dt="2026-07-24T08:54:59.640" v="187" actId="113"/>
          <ac:spMkLst>
            <pc:docMk/>
            <pc:sldMk cId="1696622456" sldId="312"/>
            <ac:spMk id="2" creationId="{49853852-A198-60AE-4E4C-FFE044175B47}"/>
          </ac:spMkLst>
        </pc:spChg>
        <pc:spChg chg="del">
          <ac:chgData name="Yoga Madha" userId="4858ae419110cb3d" providerId="LiveId" clId="{8D6C3456-B482-4C55-A95C-F7A2D0D3FE6E}" dt="2026-07-24T08:38:06.003" v="2" actId="478"/>
          <ac:spMkLst>
            <pc:docMk/>
            <pc:sldMk cId="1696622456" sldId="312"/>
            <ac:spMk id="3" creationId="{A876C5E8-2457-359B-9472-DC1B21EBB6B2}"/>
          </ac:spMkLst>
        </pc:spChg>
        <pc:spChg chg="add del mod">
          <ac:chgData name="Yoga Madha" userId="4858ae419110cb3d" providerId="LiveId" clId="{8D6C3456-B482-4C55-A95C-F7A2D0D3FE6E}" dt="2026-07-24T08:38:08.994" v="3" actId="478"/>
          <ac:spMkLst>
            <pc:docMk/>
            <pc:sldMk cId="1696622456" sldId="312"/>
            <ac:spMk id="7" creationId="{9AC89D59-88B9-A8E7-ED47-490A162FFCF4}"/>
          </ac:spMkLst>
        </pc:spChg>
        <pc:spChg chg="add mod">
          <ac:chgData name="Yoga Madha" userId="4858ae419110cb3d" providerId="LiveId" clId="{8D6C3456-B482-4C55-A95C-F7A2D0D3FE6E}" dt="2026-07-24T08:40:11.302" v="20" actId="20577"/>
          <ac:spMkLst>
            <pc:docMk/>
            <pc:sldMk cId="1696622456" sldId="312"/>
            <ac:spMk id="12" creationId="{2028A107-C90F-FDC2-1FE6-919B337C1543}"/>
          </ac:spMkLst>
        </pc:spChg>
        <pc:spChg chg="add mod">
          <ac:chgData name="Yoga Madha" userId="4858ae419110cb3d" providerId="LiveId" clId="{8D6C3456-B482-4C55-A95C-F7A2D0D3FE6E}" dt="2026-07-24T08:41:46.646" v="40" actId="27636"/>
          <ac:spMkLst>
            <pc:docMk/>
            <pc:sldMk cId="1696622456" sldId="312"/>
            <ac:spMk id="14" creationId="{6B7D7E80-9AFA-F5AC-E0DB-F1A8A3F17656}"/>
          </ac:spMkLst>
        </pc:spChg>
        <pc:spChg chg="add del mod">
          <ac:chgData name="Yoga Madha" userId="4858ae419110cb3d" providerId="LiveId" clId="{8D6C3456-B482-4C55-A95C-F7A2D0D3FE6E}" dt="2026-07-24T08:41:18.742" v="31" actId="478"/>
          <ac:spMkLst>
            <pc:docMk/>
            <pc:sldMk cId="1696622456" sldId="312"/>
            <ac:spMk id="18" creationId="{15B58412-D83F-B6B5-CD28-8CE0E550AB83}"/>
          </ac:spMkLst>
        </pc:spChg>
        <pc:spChg chg="add del mod">
          <ac:chgData name="Yoga Madha" userId="4858ae419110cb3d" providerId="LiveId" clId="{8D6C3456-B482-4C55-A95C-F7A2D0D3FE6E}" dt="2026-07-24T08:41:11.183" v="28" actId="478"/>
          <ac:spMkLst>
            <pc:docMk/>
            <pc:sldMk cId="1696622456" sldId="312"/>
            <ac:spMk id="20" creationId="{40F0075A-D875-B3EA-52AF-7EBBB492C72D}"/>
          </ac:spMkLst>
        </pc:spChg>
        <pc:spChg chg="add del mod">
          <ac:chgData name="Yoga Madha" userId="4858ae419110cb3d" providerId="LiveId" clId="{8D6C3456-B482-4C55-A95C-F7A2D0D3FE6E}" dt="2026-07-24T08:41:13.403" v="29" actId="478"/>
          <ac:spMkLst>
            <pc:docMk/>
            <pc:sldMk cId="1696622456" sldId="312"/>
            <ac:spMk id="22" creationId="{544BE59E-CB4F-A896-9CA2-D77D57FE9783}"/>
          </ac:spMkLst>
        </pc:spChg>
        <pc:spChg chg="add mod">
          <ac:chgData name="Yoga Madha" userId="4858ae419110cb3d" providerId="LiveId" clId="{8D6C3456-B482-4C55-A95C-F7A2D0D3FE6E}" dt="2026-07-24T08:42:17.917" v="53" actId="1076"/>
          <ac:spMkLst>
            <pc:docMk/>
            <pc:sldMk cId="1696622456" sldId="312"/>
            <ac:spMk id="24" creationId="{E8D3CD7B-5B71-3186-0861-64815DE05B15}"/>
          </ac:spMkLst>
        </pc:spChg>
        <pc:picChg chg="del">
          <ac:chgData name="Yoga Madha" userId="4858ae419110cb3d" providerId="LiveId" clId="{8D6C3456-B482-4C55-A95C-F7A2D0D3FE6E}" dt="2026-07-24T08:38:10.731" v="4" actId="478"/>
          <ac:picMkLst>
            <pc:docMk/>
            <pc:sldMk cId="1696622456" sldId="312"/>
            <ac:picMk id="4" creationId="{D9DF2E93-72E8-6EDB-41D6-321B12E17C41}"/>
          </ac:picMkLst>
        </pc:picChg>
        <pc:picChg chg="add mod">
          <ac:chgData name="Yoga Madha" userId="4858ae419110cb3d" providerId="LiveId" clId="{8D6C3456-B482-4C55-A95C-F7A2D0D3FE6E}" dt="2026-07-24T08:42:20.720" v="54" actId="1076"/>
          <ac:picMkLst>
            <pc:docMk/>
            <pc:sldMk cId="1696622456" sldId="312"/>
            <ac:picMk id="10" creationId="{FCF002AC-0F8F-994C-6309-0C993544D21C}"/>
          </ac:picMkLst>
        </pc:picChg>
        <pc:picChg chg="add del mod">
          <ac:chgData name="Yoga Madha" userId="4858ae419110cb3d" providerId="LiveId" clId="{8D6C3456-B482-4C55-A95C-F7A2D0D3FE6E}" dt="2026-07-24T08:41:06.447" v="27" actId="478"/>
          <ac:picMkLst>
            <pc:docMk/>
            <pc:sldMk cId="1696622456" sldId="312"/>
            <ac:picMk id="16" creationId="{84482C2D-C164-0478-C317-435F8F8A8969}"/>
          </ac:picMkLst>
        </pc:picChg>
      </pc:sldChg>
      <pc:sldChg chg="del">
        <pc:chgData name="Yoga Madha" userId="4858ae419110cb3d" providerId="LiveId" clId="{8D6C3456-B482-4C55-A95C-F7A2D0D3FE6E}" dt="2026-07-24T08:58:14.724" v="204" actId="47"/>
        <pc:sldMkLst>
          <pc:docMk/>
          <pc:sldMk cId="121986076" sldId="313"/>
        </pc:sldMkLst>
      </pc:sldChg>
      <pc:sldChg chg="addSp delSp modSp mod">
        <pc:chgData name="Yoga Madha" userId="4858ae419110cb3d" providerId="LiveId" clId="{8D6C3456-B482-4C55-A95C-F7A2D0D3FE6E}" dt="2026-07-24T08:59:35.120" v="221" actId="1076"/>
        <pc:sldMkLst>
          <pc:docMk/>
          <pc:sldMk cId="94429773" sldId="314"/>
        </pc:sldMkLst>
        <pc:spChg chg="mod">
          <ac:chgData name="Yoga Madha" userId="4858ae419110cb3d" providerId="LiveId" clId="{8D6C3456-B482-4C55-A95C-F7A2D0D3FE6E}" dt="2026-07-24T08:57:47.293" v="195" actId="207"/>
          <ac:spMkLst>
            <pc:docMk/>
            <pc:sldMk cId="94429773" sldId="314"/>
            <ac:spMk id="2" creationId="{59B930C3-179C-914A-E29B-7B40B446E48D}"/>
          </ac:spMkLst>
        </pc:spChg>
        <pc:spChg chg="mod">
          <ac:chgData name="Yoga Madha" userId="4858ae419110cb3d" providerId="LiveId" clId="{8D6C3456-B482-4C55-A95C-F7A2D0D3FE6E}" dt="2026-07-24T08:58:51.237" v="214" actId="27636"/>
          <ac:spMkLst>
            <pc:docMk/>
            <pc:sldMk cId="94429773" sldId="314"/>
            <ac:spMk id="3" creationId="{85D94703-3B65-E51E-684A-83E815118B78}"/>
          </ac:spMkLst>
        </pc:spChg>
        <pc:spChg chg="del mod">
          <ac:chgData name="Yoga Madha" userId="4858ae419110cb3d" providerId="LiveId" clId="{8D6C3456-B482-4C55-A95C-F7A2D0D3FE6E}" dt="2026-07-24T08:58:47.699" v="212" actId="478"/>
          <ac:spMkLst>
            <pc:docMk/>
            <pc:sldMk cId="94429773" sldId="314"/>
            <ac:spMk id="6" creationId="{E63F7F60-03CF-AB2B-90DC-21457FFCB1CE}"/>
          </ac:spMkLst>
        </pc:spChg>
        <pc:picChg chg="del">
          <ac:chgData name="Yoga Madha" userId="4858ae419110cb3d" providerId="LiveId" clId="{8D6C3456-B482-4C55-A95C-F7A2D0D3FE6E}" dt="2026-07-24T08:59:23.272" v="218" actId="478"/>
          <ac:picMkLst>
            <pc:docMk/>
            <pc:sldMk cId="94429773" sldId="314"/>
            <ac:picMk id="8" creationId="{64593CF6-9BAE-4820-1832-85D27040FB54}"/>
          </ac:picMkLst>
        </pc:picChg>
        <pc:picChg chg="add mod">
          <ac:chgData name="Yoga Madha" userId="4858ae419110cb3d" providerId="LiveId" clId="{8D6C3456-B482-4C55-A95C-F7A2D0D3FE6E}" dt="2026-07-24T08:59:35.120" v="221" actId="1076"/>
          <ac:picMkLst>
            <pc:docMk/>
            <pc:sldMk cId="94429773" sldId="314"/>
            <ac:picMk id="9" creationId="{FF74648C-88DF-DAED-C148-D77643D7E621}"/>
          </ac:picMkLst>
        </pc:picChg>
        <pc:picChg chg="add del">
          <ac:chgData name="Yoga Madha" userId="4858ae419110cb3d" providerId="LiveId" clId="{8D6C3456-B482-4C55-A95C-F7A2D0D3FE6E}" dt="2026-07-24T08:59:21.139" v="217" actId="478"/>
          <ac:picMkLst>
            <pc:docMk/>
            <pc:sldMk cId="94429773" sldId="314"/>
            <ac:picMk id="11" creationId="{88B32FA2-041F-5D10-4EE7-D8EF97BA2FBB}"/>
          </ac:picMkLst>
        </pc:picChg>
      </pc:sldChg>
      <pc:sldChg chg="del">
        <pc:chgData name="Yoga Madha" userId="4858ae419110cb3d" providerId="LiveId" clId="{8D6C3456-B482-4C55-A95C-F7A2D0D3FE6E}" dt="2026-07-24T08:58:17.452" v="208" actId="47"/>
        <pc:sldMkLst>
          <pc:docMk/>
          <pc:sldMk cId="2175025513" sldId="315"/>
        </pc:sldMkLst>
      </pc:sldChg>
      <pc:sldChg chg="del">
        <pc:chgData name="Yoga Madha" userId="4858ae419110cb3d" providerId="LiveId" clId="{8D6C3456-B482-4C55-A95C-F7A2D0D3FE6E}" dt="2026-07-24T08:58:19.521" v="210" actId="47"/>
        <pc:sldMkLst>
          <pc:docMk/>
          <pc:sldMk cId="442291530" sldId="316"/>
        </pc:sldMkLst>
      </pc:sldChg>
      <pc:sldChg chg="del">
        <pc:chgData name="Yoga Madha" userId="4858ae419110cb3d" providerId="LiveId" clId="{8D6C3456-B482-4C55-A95C-F7A2D0D3FE6E}" dt="2026-07-24T08:58:01.891" v="201" actId="47"/>
        <pc:sldMkLst>
          <pc:docMk/>
          <pc:sldMk cId="3984535677" sldId="317"/>
        </pc:sldMkLst>
      </pc:sldChg>
      <pc:sldChg chg="del">
        <pc:chgData name="Yoga Madha" userId="4858ae419110cb3d" providerId="LiveId" clId="{8D6C3456-B482-4C55-A95C-F7A2D0D3FE6E}" dt="2026-07-24T08:58:04.722" v="202" actId="47"/>
        <pc:sldMkLst>
          <pc:docMk/>
          <pc:sldMk cId="3372923049" sldId="318"/>
        </pc:sldMkLst>
      </pc:sldChg>
      <pc:sldChg chg="del">
        <pc:chgData name="Yoga Madha" userId="4858ae419110cb3d" providerId="LiveId" clId="{8D6C3456-B482-4C55-A95C-F7A2D0D3FE6E}" dt="2026-07-24T08:58:18.169" v="209" actId="47"/>
        <pc:sldMkLst>
          <pc:docMk/>
          <pc:sldMk cId="3120320263" sldId="3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A6A61-5F2D-4FCB-96E9-C44190903C44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E04F4-ED98-4664-AC1C-C2FE5283B45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E04F4-ED98-4664-AC1C-C2FE5283B45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E04F4-ED98-4664-AC1C-C2FE5283B45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782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298A3-A81E-4E11-97AF-34F0DA0D34B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BD61F-9A79-475F-9347-BAC0C8499A7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jpe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32313" y="4360547"/>
            <a:ext cx="4407474" cy="3089651"/>
          </a:xfrm>
        </p:spPr>
        <p:txBody>
          <a:bodyPr>
            <a:noAutofit/>
          </a:bodyPr>
          <a:lstStyle/>
          <a:p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PRESENTED BY:</a:t>
            </a:r>
          </a:p>
          <a:p>
            <a:pPr algn="l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Yoga Madha  A(192425058)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l"/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2379" y="4549020"/>
            <a:ext cx="3663950" cy="1181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Dr Christy</a:t>
            </a:r>
          </a:p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30981" y="3105834"/>
            <a:ext cx="87736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ITA0517-COMPUTER VISION</a:t>
            </a:r>
            <a:endParaRPr lang="en-US" alt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4186" y="2239395"/>
            <a:ext cx="11127200" cy="596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US" sz="3200" dirty="0">
                <a:solidFill>
                  <a:srgbClr val="FF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Image Processing vs Computer Vision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9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30981" y="345127"/>
            <a:ext cx="8523509" cy="115435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6479" y="575894"/>
            <a:ext cx="6875362" cy="1214293"/>
          </a:xfrm>
        </p:spPr>
        <p:txBody>
          <a:bodyPr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32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 Image Processing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33221" y="3479558"/>
            <a:ext cx="1156841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restoration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filtering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transformation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564" y="365125"/>
            <a:ext cx="1165168" cy="1207116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322" y="365125"/>
            <a:ext cx="1520114" cy="120711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79237466-9540-CFD9-8350-A6CBFFB97CBF}"/>
              </a:ext>
            </a:extLst>
          </p:cNvPr>
          <p:cNvSpPr/>
          <p:nvPr/>
        </p:nvSpPr>
        <p:spPr>
          <a:xfrm>
            <a:off x="776843" y="2213021"/>
            <a:ext cx="6355478" cy="90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81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Image processing focuses on </a:t>
            </a:r>
            <a:r>
              <a:rPr lang="en-US" sz="2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manipulating</a:t>
            </a:r>
          </a:p>
          <a:p>
            <a:pPr marL="0" indent="0" algn="just">
              <a:lnSpc>
                <a:spcPct val="81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and improving images</a:t>
            </a:r>
            <a:r>
              <a:rPr lang="en-US" sz="2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— transforming raw input</a:t>
            </a:r>
          </a:p>
          <a:p>
            <a:pPr marL="0" indent="0" algn="just">
              <a:lnSpc>
                <a:spcPct val="81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into a cleaner, enhanced output.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C1330414-9EF1-3F20-5732-E261F3A63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370" y="3236281"/>
            <a:ext cx="5270942" cy="1908091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9E96C988-CCD8-E264-3E4D-DC07D2B1297A}"/>
              </a:ext>
            </a:extLst>
          </p:cNvPr>
          <p:cNvSpPr/>
          <p:nvPr/>
        </p:nvSpPr>
        <p:spPr>
          <a:xfrm>
            <a:off x="7548588" y="4699266"/>
            <a:ext cx="2109231" cy="274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Improved Image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41D9E564-7612-B08B-38BE-33B96D307C50}"/>
              </a:ext>
            </a:extLst>
          </p:cNvPr>
          <p:cNvSpPr/>
          <p:nvPr/>
        </p:nvSpPr>
        <p:spPr>
          <a:xfrm>
            <a:off x="7548589" y="4053277"/>
            <a:ext cx="2109231" cy="274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Processing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87947E94-28E0-68B6-9E11-6ADCFE145454}"/>
              </a:ext>
            </a:extLst>
          </p:cNvPr>
          <p:cNvSpPr/>
          <p:nvPr/>
        </p:nvSpPr>
        <p:spPr>
          <a:xfrm>
            <a:off x="7467309" y="3525144"/>
            <a:ext cx="2109231" cy="274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Input Image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3852-A198-60AE-4E4C-FFE04417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8000"/>
              </a:lnSpc>
            </a:pPr>
            <a:r>
              <a:rPr lang="en-US" sz="36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Computer Vision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86E17-951D-8739-2014-1C742C4F9AE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564" y="365125"/>
            <a:ext cx="1165168" cy="1207116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743A69-2A40-AAC1-270E-E730805B3AB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322" y="365125"/>
            <a:ext cx="1520114" cy="1207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FCF002AC-0F8F-994C-6309-0C993544D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4" y="2686876"/>
            <a:ext cx="3423762" cy="3423762"/>
          </a:xfrm>
          <a:prstGeom prst="rect">
            <a:avLst/>
          </a:prstGeom>
        </p:spPr>
      </p:pic>
      <p:sp>
        <p:nvSpPr>
          <p:cNvPr id="12" name="Text 0">
            <a:extLst>
              <a:ext uri="{FF2B5EF4-FFF2-40B4-BE49-F238E27FC236}">
                <a16:creationId xmlns:a16="http://schemas.microsoft.com/office/drawing/2014/main" id="{2028A107-C90F-FDC2-1FE6-919B337C1543}"/>
              </a:ext>
            </a:extLst>
          </p:cNvPr>
          <p:cNvSpPr/>
          <p:nvPr/>
        </p:nvSpPr>
        <p:spPr>
          <a:xfrm>
            <a:off x="3924597" y="1690688"/>
            <a:ext cx="4284088" cy="655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30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B7D7E80-9AFA-F5AC-E0DB-F1A8A3F17656}"/>
              </a:ext>
            </a:extLst>
          </p:cNvPr>
          <p:cNvSpPr/>
          <p:nvPr/>
        </p:nvSpPr>
        <p:spPr>
          <a:xfrm>
            <a:off x="4485035" y="2061423"/>
            <a:ext cx="6241958" cy="1090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Computer vision enables machines to </a:t>
            </a:r>
            <a:r>
              <a:rPr lang="en-US" sz="2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understand and interpret visual information</a:t>
            </a:r>
            <a:r>
              <a:rPr lang="en-US" sz="2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— going beyond pixels to extract meaning.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E8D3CD7B-5B71-3186-0861-64815DE05B15}"/>
              </a:ext>
            </a:extLst>
          </p:cNvPr>
          <p:cNvSpPr/>
          <p:nvPr/>
        </p:nvSpPr>
        <p:spPr>
          <a:xfrm>
            <a:off x="5065138" y="3429000"/>
            <a:ext cx="4284088" cy="134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13360" indent="-213360" algn="l">
              <a:lnSpc>
                <a:spcPct val="10600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Image Classification:</a:t>
            </a:r>
            <a:r>
              <a:rPr lang="en-US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Identify what an image contains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0600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Object Detection:</a:t>
            </a:r>
            <a:r>
              <a:rPr lang="en-US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Locate and label objects within a scene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0600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Face Recognition:</a:t>
            </a:r>
            <a:r>
              <a:rPr lang="en-US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Identify individuals from facial 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0600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Image Segmentation:</a:t>
            </a:r>
            <a:r>
              <a:rPr lang="en-US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Partition images into meaningful regions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0600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Scene Understanding:</a:t>
            </a:r>
            <a:r>
              <a:rPr lang="en-US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Comprehend context and spatial relationships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622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4717EF-F231-53FA-2DA7-94C5D40AEC9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3759" y="413390"/>
            <a:ext cx="1539586" cy="1325563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63D657-55D5-8925-751B-5B032D27AFA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122" y="413390"/>
            <a:ext cx="1520114" cy="120711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08B784D0-DE7B-CFE8-2090-2366B1E357B5}"/>
              </a:ext>
            </a:extLst>
          </p:cNvPr>
          <p:cNvSpPr/>
          <p:nvPr/>
        </p:nvSpPr>
        <p:spPr>
          <a:xfrm>
            <a:off x="3757681" y="867434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Key Differences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1EC0E47D-3740-A09F-C30F-8220A7ABC19D}"/>
              </a:ext>
            </a:extLst>
          </p:cNvPr>
          <p:cNvSpPr/>
          <p:nvPr/>
        </p:nvSpPr>
        <p:spPr>
          <a:xfrm>
            <a:off x="1633552" y="2221242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Image Processing</a:t>
            </a:r>
            <a:r>
              <a:rPr lang="en-US" sz="20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= Improving or transforming images  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Computer Vision</a:t>
            </a:r>
            <a:r>
              <a:rPr lang="en-US" sz="20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= Understanding and interpreting images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7354FC67-A44C-2DB2-ABB7-5DFB50112B3F}"/>
              </a:ext>
            </a:extLst>
          </p:cNvPr>
          <p:cNvSpPr/>
          <p:nvPr/>
        </p:nvSpPr>
        <p:spPr>
          <a:xfrm>
            <a:off x="1274299" y="3595998"/>
            <a:ext cx="8151763" cy="2216646"/>
          </a:xfrm>
          <a:prstGeom prst="roundRect">
            <a:avLst>
              <a:gd name="adj" fmla="val 26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BAE720A7-B0AF-1E6E-5EE6-C585A6626C2A}"/>
              </a:ext>
            </a:extLst>
          </p:cNvPr>
          <p:cNvSpPr/>
          <p:nvPr/>
        </p:nvSpPr>
        <p:spPr>
          <a:xfrm>
            <a:off x="1274299" y="396702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93D534C9-F4A0-72BB-2C1B-D49373B410D8}"/>
              </a:ext>
            </a:extLst>
          </p:cNvPr>
          <p:cNvSpPr/>
          <p:nvPr/>
        </p:nvSpPr>
        <p:spPr>
          <a:xfrm>
            <a:off x="1274299" y="4335674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0ADB5A3C-B4AD-95F6-1472-2B133838A046}"/>
              </a:ext>
            </a:extLst>
          </p:cNvPr>
          <p:cNvSpPr/>
          <p:nvPr/>
        </p:nvSpPr>
        <p:spPr>
          <a:xfrm>
            <a:off x="1274299" y="4704322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C816F708-B244-E348-34BE-7F900B027973}"/>
              </a:ext>
            </a:extLst>
          </p:cNvPr>
          <p:cNvSpPr/>
          <p:nvPr/>
        </p:nvSpPr>
        <p:spPr>
          <a:xfrm>
            <a:off x="1274299" y="507296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82633192-E691-66C4-A8E8-E4555F4CF09D}"/>
              </a:ext>
            </a:extLst>
          </p:cNvPr>
          <p:cNvSpPr/>
          <p:nvPr/>
        </p:nvSpPr>
        <p:spPr>
          <a:xfrm>
            <a:off x="1274299" y="544161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E04F443F-CF19-A3BB-C5B0-315793DE6A16}"/>
              </a:ext>
            </a:extLst>
          </p:cNvPr>
          <p:cNvSpPr/>
          <p:nvPr/>
        </p:nvSpPr>
        <p:spPr>
          <a:xfrm>
            <a:off x="1279134" y="3599570"/>
            <a:ext cx="1791221" cy="366266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4CE9C9E0-13F4-BCCB-D715-41CA17391BD6}"/>
              </a:ext>
            </a:extLst>
          </p:cNvPr>
          <p:cNvSpPr/>
          <p:nvPr/>
        </p:nvSpPr>
        <p:spPr>
          <a:xfrm>
            <a:off x="1420894" y="3690579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Aspect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6F51A643-2D09-7741-B439-DE394F5AE503}"/>
              </a:ext>
            </a:extLst>
          </p:cNvPr>
          <p:cNvSpPr/>
          <p:nvPr/>
        </p:nvSpPr>
        <p:spPr>
          <a:xfrm>
            <a:off x="3070356" y="3600761"/>
            <a:ext cx="3175471" cy="366266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4D29C681-1B0F-F9F9-B86A-3C0A86BA85BB}"/>
              </a:ext>
            </a:extLst>
          </p:cNvPr>
          <p:cNvSpPr/>
          <p:nvPr/>
        </p:nvSpPr>
        <p:spPr>
          <a:xfrm>
            <a:off x="3212115" y="3690579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Image Processing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7777CDEC-5027-7EF7-D45B-06283B5857CD}"/>
              </a:ext>
            </a:extLst>
          </p:cNvPr>
          <p:cNvSpPr/>
          <p:nvPr/>
        </p:nvSpPr>
        <p:spPr>
          <a:xfrm>
            <a:off x="6245828" y="3600761"/>
            <a:ext cx="3175471" cy="366266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461778CD-A05A-2752-6ACA-7F98E20F0B5E}"/>
              </a:ext>
            </a:extLst>
          </p:cNvPr>
          <p:cNvSpPr/>
          <p:nvPr/>
        </p:nvSpPr>
        <p:spPr>
          <a:xfrm>
            <a:off x="6387586" y="3690579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Computer Vision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A8E2B0C4-1FD4-749D-0B88-AF7B9CC4F305}"/>
              </a:ext>
            </a:extLst>
          </p:cNvPr>
          <p:cNvSpPr/>
          <p:nvPr/>
        </p:nvSpPr>
        <p:spPr>
          <a:xfrm>
            <a:off x="1420894" y="4059226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Main Goal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35D56A56-F0B9-AE5E-D866-F7F841FE00BE}"/>
              </a:ext>
            </a:extLst>
          </p:cNvPr>
          <p:cNvSpPr/>
          <p:nvPr/>
        </p:nvSpPr>
        <p:spPr>
          <a:xfrm>
            <a:off x="3212115" y="4059226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Manipulate &amp; improve images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518FF97C-3BC4-D5C8-2BC1-2983F7FD21A6}"/>
              </a:ext>
            </a:extLst>
          </p:cNvPr>
          <p:cNvSpPr/>
          <p:nvPr/>
        </p:nvSpPr>
        <p:spPr>
          <a:xfrm>
            <a:off x="6387586" y="4059226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Understand &amp; interpret images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B32EFBA6-FD5E-9DE4-7FE1-2EC72FC3455E}"/>
              </a:ext>
            </a:extLst>
          </p:cNvPr>
          <p:cNvSpPr/>
          <p:nvPr/>
        </p:nvSpPr>
        <p:spPr>
          <a:xfrm>
            <a:off x="1420894" y="4427873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Focus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8E7EDCF6-26C3-93FD-22DD-48631A8D88AF}"/>
              </a:ext>
            </a:extLst>
          </p:cNvPr>
          <p:cNvSpPr/>
          <p:nvPr/>
        </p:nvSpPr>
        <p:spPr>
          <a:xfrm>
            <a:off x="3212115" y="4427873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Pixel-level operations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5A6038B8-8A1C-70DD-41E1-124AD09B00F9}"/>
              </a:ext>
            </a:extLst>
          </p:cNvPr>
          <p:cNvSpPr/>
          <p:nvPr/>
        </p:nvSpPr>
        <p:spPr>
          <a:xfrm>
            <a:off x="6387586" y="4427873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Semantic meaning &amp; context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1C0245B7-5235-FE8F-DD4E-28F0CC627058}"/>
              </a:ext>
            </a:extLst>
          </p:cNvPr>
          <p:cNvSpPr/>
          <p:nvPr/>
        </p:nvSpPr>
        <p:spPr>
          <a:xfrm>
            <a:off x="1420894" y="4796521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Output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BED4C6F9-1D35-5D66-0AD2-04277C23B09A}"/>
              </a:ext>
            </a:extLst>
          </p:cNvPr>
          <p:cNvSpPr/>
          <p:nvPr/>
        </p:nvSpPr>
        <p:spPr>
          <a:xfrm>
            <a:off x="3212115" y="4796521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Modified image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8858AB6D-1E44-DAF9-08F0-99DD200F6F9E}"/>
              </a:ext>
            </a:extLst>
          </p:cNvPr>
          <p:cNvSpPr/>
          <p:nvPr/>
        </p:nvSpPr>
        <p:spPr>
          <a:xfrm>
            <a:off x="6387586" y="4796521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Decision, label, or insight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3B435819-791B-DEA0-DD6C-9435090699B0}"/>
              </a:ext>
            </a:extLst>
          </p:cNvPr>
          <p:cNvSpPr/>
          <p:nvPr/>
        </p:nvSpPr>
        <p:spPr>
          <a:xfrm>
            <a:off x="1420894" y="5165168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Techniques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FFD08C31-4AC4-8DB3-1F4A-6204E51E7873}"/>
              </a:ext>
            </a:extLst>
          </p:cNvPr>
          <p:cNvSpPr/>
          <p:nvPr/>
        </p:nvSpPr>
        <p:spPr>
          <a:xfrm>
            <a:off x="3212115" y="5165168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Filtering, transforms, restoration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43CB5599-700C-AB40-9E1E-24C2F76F18AC}"/>
              </a:ext>
            </a:extLst>
          </p:cNvPr>
          <p:cNvSpPr/>
          <p:nvPr/>
        </p:nvSpPr>
        <p:spPr>
          <a:xfrm>
            <a:off x="6387586" y="5165168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Deep learning, CNNs, feature extraction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5B3A3B91-8561-3384-25C3-7E143A127E22}"/>
              </a:ext>
            </a:extLst>
          </p:cNvPr>
          <p:cNvSpPr/>
          <p:nvPr/>
        </p:nvSpPr>
        <p:spPr>
          <a:xfrm>
            <a:off x="1420894" y="5533815"/>
            <a:ext cx="196490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Example Apps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D97EF4F3-F4F5-5C3C-0AEA-58681337B4D7}"/>
              </a:ext>
            </a:extLst>
          </p:cNvPr>
          <p:cNvSpPr/>
          <p:nvPr/>
        </p:nvSpPr>
        <p:spPr>
          <a:xfrm>
            <a:off x="3212115" y="5533815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Photo editing, medical scans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21ACBE9C-9C7F-AECD-EE70-A3AEF0A11F0C}"/>
              </a:ext>
            </a:extLst>
          </p:cNvPr>
          <p:cNvSpPr/>
          <p:nvPr/>
        </p:nvSpPr>
        <p:spPr>
          <a:xfrm>
            <a:off x="6387586" y="5533815"/>
            <a:ext cx="334915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Self-driving cars, face unlock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13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64D01-23F4-595C-9EA0-77A6C352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8000"/>
              </a:lnSpc>
            </a:pPr>
            <a:r>
              <a:rPr lang="en-US" sz="32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Real-World Applications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543FA-65C8-BA84-9088-D3E367A66C2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564" y="365125"/>
            <a:ext cx="1165168" cy="120711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3B490B-857D-1DD7-E06B-B0213E1D407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322" y="365125"/>
            <a:ext cx="1520114" cy="1207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005F347B-B447-E1B0-919F-6492755FF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388" y="4746142"/>
            <a:ext cx="611206" cy="611206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E148C7EF-DB99-BE91-A5C5-B9B466232B70}"/>
              </a:ext>
            </a:extLst>
          </p:cNvPr>
          <p:cNvSpPr/>
          <p:nvPr/>
        </p:nvSpPr>
        <p:spPr>
          <a:xfrm>
            <a:off x="2348144" y="4827520"/>
            <a:ext cx="1308720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Medical Imaging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6FAE3721-D2D1-66EF-E001-5327D0FEBDFE}"/>
              </a:ext>
            </a:extLst>
          </p:cNvPr>
          <p:cNvSpPr/>
          <p:nvPr/>
        </p:nvSpPr>
        <p:spPr>
          <a:xfrm>
            <a:off x="2348144" y="5614867"/>
            <a:ext cx="13087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MRI/CT scan enhancement and tumor detection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304F7ADF-0EA3-5970-302C-4129FE432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466" y="1981819"/>
            <a:ext cx="951484" cy="1325216"/>
          </a:xfrm>
          <a:prstGeom prst="rect">
            <a:avLst/>
          </a:prstGeom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54A8F3F1-A712-855E-4E1B-5BF56DCB0202}"/>
              </a:ext>
            </a:extLst>
          </p:cNvPr>
          <p:cNvSpPr/>
          <p:nvPr/>
        </p:nvSpPr>
        <p:spPr>
          <a:xfrm>
            <a:off x="4798796" y="2234202"/>
            <a:ext cx="1308795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Autonomous Vehicles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7910FB3-6A74-7D5B-877D-DEA56AE2F762}"/>
              </a:ext>
            </a:extLst>
          </p:cNvPr>
          <p:cNvSpPr/>
          <p:nvPr/>
        </p:nvSpPr>
        <p:spPr>
          <a:xfrm>
            <a:off x="4787205" y="2858338"/>
            <a:ext cx="1308795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Lane detection, pedestrian and obstacle recognition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A79029E6-1977-2CCE-DBF2-958F88F210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3926" y="2017436"/>
            <a:ext cx="950332" cy="950332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D24CF585-4E0F-23DC-DA10-DE1B4B52CCE5}"/>
              </a:ext>
            </a:extLst>
          </p:cNvPr>
          <p:cNvSpPr/>
          <p:nvPr/>
        </p:nvSpPr>
        <p:spPr>
          <a:xfrm>
            <a:off x="8303933" y="2242293"/>
            <a:ext cx="1308795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Facial Recognition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43A498AD-61E8-16A2-2449-8E6C52C58D72}"/>
              </a:ext>
            </a:extLst>
          </p:cNvPr>
          <p:cNvSpPr/>
          <p:nvPr/>
        </p:nvSpPr>
        <p:spPr>
          <a:xfrm>
            <a:off x="8303932" y="2821038"/>
            <a:ext cx="1308795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Device unlock, airport security, attendance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9C27F62D-0E5D-18D9-E533-36DEBFA62A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348" y="2233396"/>
            <a:ext cx="734372" cy="734372"/>
          </a:xfrm>
          <a:prstGeom prst="rect">
            <a:avLst/>
          </a:prstGeom>
        </p:spPr>
      </p:pic>
      <p:sp>
        <p:nvSpPr>
          <p:cNvPr id="32" name="Text 7">
            <a:extLst>
              <a:ext uri="{FF2B5EF4-FFF2-40B4-BE49-F238E27FC236}">
                <a16:creationId xmlns:a16="http://schemas.microsoft.com/office/drawing/2014/main" id="{835E56FE-23CE-DDDF-DA54-F950ADE51A5D}"/>
              </a:ext>
            </a:extLst>
          </p:cNvPr>
          <p:cNvSpPr/>
          <p:nvPr/>
        </p:nvSpPr>
        <p:spPr>
          <a:xfrm>
            <a:off x="2065891" y="2291210"/>
            <a:ext cx="1308795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Security &amp; Surveillance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A1C54958-5F7D-BD0B-CE54-F3455BE7B759}"/>
              </a:ext>
            </a:extLst>
          </p:cNvPr>
          <p:cNvSpPr/>
          <p:nvPr/>
        </p:nvSpPr>
        <p:spPr>
          <a:xfrm>
            <a:off x="2064103" y="2950462"/>
            <a:ext cx="1308795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Anomaly detection and crowd monitoring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Image 4" descr="preencoded.png">
            <a:extLst>
              <a:ext uri="{FF2B5EF4-FFF2-40B4-BE49-F238E27FC236}">
                <a16:creationId xmlns:a16="http://schemas.microsoft.com/office/drawing/2014/main" id="{A4C086CC-A9EF-D6A1-7553-F325EFE168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9863" y="4632645"/>
            <a:ext cx="761635" cy="419100"/>
          </a:xfrm>
          <a:prstGeom prst="rect">
            <a:avLst/>
          </a:prstGeom>
        </p:spPr>
      </p:pic>
      <p:sp>
        <p:nvSpPr>
          <p:cNvPr id="38" name="Text 9">
            <a:extLst>
              <a:ext uri="{FF2B5EF4-FFF2-40B4-BE49-F238E27FC236}">
                <a16:creationId xmlns:a16="http://schemas.microsoft.com/office/drawing/2014/main" id="{B605C345-46DE-5DF1-CBB9-DCFDDB001A62}"/>
              </a:ext>
            </a:extLst>
          </p:cNvPr>
          <p:cNvSpPr/>
          <p:nvPr/>
        </p:nvSpPr>
        <p:spPr>
          <a:xfrm>
            <a:off x="5251841" y="4415063"/>
            <a:ext cx="1308720" cy="794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OCR &amp; Document Scanning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764956D0-9BE4-DDF8-F255-2C1A0F09E676}"/>
              </a:ext>
            </a:extLst>
          </p:cNvPr>
          <p:cNvSpPr/>
          <p:nvPr/>
        </p:nvSpPr>
        <p:spPr>
          <a:xfrm>
            <a:off x="5185777" y="5246368"/>
            <a:ext cx="130872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Digitizing text from printed or handwritten documents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Image 5" descr="preencoded.png">
            <a:extLst>
              <a:ext uri="{FF2B5EF4-FFF2-40B4-BE49-F238E27FC236}">
                <a16:creationId xmlns:a16="http://schemas.microsoft.com/office/drawing/2014/main" id="{B6904C21-64D5-B610-3DC1-E18BC0D2BB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0939" y="4552098"/>
            <a:ext cx="794742" cy="794742"/>
          </a:xfrm>
          <a:prstGeom prst="rect">
            <a:avLst/>
          </a:prstGeom>
        </p:spPr>
      </p:pic>
      <p:sp>
        <p:nvSpPr>
          <p:cNvPr id="44" name="Text 11">
            <a:extLst>
              <a:ext uri="{FF2B5EF4-FFF2-40B4-BE49-F238E27FC236}">
                <a16:creationId xmlns:a16="http://schemas.microsoft.com/office/drawing/2014/main" id="{03FC9F6E-DF54-C5B0-0ECF-8C908BD324A3}"/>
              </a:ext>
            </a:extLst>
          </p:cNvPr>
          <p:cNvSpPr/>
          <p:nvPr/>
        </p:nvSpPr>
        <p:spPr>
          <a:xfrm>
            <a:off x="8303931" y="4552098"/>
            <a:ext cx="1308795" cy="794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Marcellus" pitchFamily="34" charset="-122"/>
                <a:cs typeface="Times New Roman" panose="02020603050405020304" pitchFamily="18" charset="0"/>
              </a:rPr>
              <a:t>Industrial Quality Inspection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7408B107-BAB5-6ABE-927C-4096A020A05A}"/>
              </a:ext>
            </a:extLst>
          </p:cNvPr>
          <p:cNvSpPr/>
          <p:nvPr/>
        </p:nvSpPr>
        <p:spPr>
          <a:xfrm>
            <a:off x="8226753" y="5430617"/>
            <a:ext cx="1308795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Defect detection on manufacturing lines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4CD3B-D78B-700E-F5D3-EB1118D53F1C}"/>
              </a:ext>
            </a:extLst>
          </p:cNvPr>
          <p:cNvSpPr txBox="1"/>
          <p:nvPr/>
        </p:nvSpPr>
        <p:spPr>
          <a:xfrm>
            <a:off x="1929949" y="4119291"/>
            <a:ext cx="1830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Image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3DE38-BDE5-0162-14F9-2D57C8597F3E}"/>
              </a:ext>
            </a:extLst>
          </p:cNvPr>
          <p:cNvSpPr txBox="1"/>
          <p:nvPr/>
        </p:nvSpPr>
        <p:spPr>
          <a:xfrm>
            <a:off x="1875991" y="16919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374926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30C3-179C-914A-E29B-7B40B446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4703-3B65-E51E-684A-83E815118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076769" cy="4459428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focuses on improving and modifying images.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focuses on understanding and interpreting visual information.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technologies are important parts of Artificial Intelligence.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widely used in medical imaging, facial recognition, autonomous vehicles, security, and automation.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terms: Image Processing makes images better, while Computer Vision helps machines understand them.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ABE45-D855-B370-6707-0A0C0F0D131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9322" y="365125"/>
            <a:ext cx="1520114" cy="1207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60A0E-C996-F0F0-08CD-3757803AC35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564" y="365125"/>
            <a:ext cx="1165168" cy="1207116"/>
          </a:xfrm>
          <a:prstGeom prst="rect">
            <a:avLst/>
          </a:prstGeom>
          <a:noFill/>
        </p:spPr>
      </p:pic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FF74648C-88DF-DAED-C148-D77643D7E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888" y="1572241"/>
            <a:ext cx="3323774" cy="4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9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32E447-5732-3D45-D746-C0FCFFEBB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755" y="358320"/>
            <a:ext cx="3775587" cy="591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35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8005" y="2138081"/>
            <a:ext cx="6821471" cy="38073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000" b="1" dirty="0">
                <a:latin typeface="Arial Black" panose="020B0A04020102020204" pitchFamily="34" charset="0"/>
              </a:rPr>
              <a:t>                             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328</Words>
  <Application>Microsoft Office PowerPoint</Application>
  <PresentationFormat>Widescreen</PresentationFormat>
  <Paragraphs>72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Marcellus</vt:lpstr>
      <vt:lpstr>Times New Roman</vt:lpstr>
      <vt:lpstr>Office Theme</vt:lpstr>
      <vt:lpstr>PowerPoint Presentation</vt:lpstr>
      <vt:lpstr> Image Processing</vt:lpstr>
      <vt:lpstr>Computer Vision</vt:lpstr>
      <vt:lpstr>PowerPoint Presentation</vt:lpstr>
      <vt:lpstr>Real-World Applications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Milne’s Predictor–Corrector Method in Numerical Methods</dc:title>
  <dc:creator>Chaitra Thulluru</dc:creator>
  <cp:lastModifiedBy>Yoga Madha</cp:lastModifiedBy>
  <cp:revision>58</cp:revision>
  <dcterms:created xsi:type="dcterms:W3CDTF">2025-06-29T07:12:00Z</dcterms:created>
  <dcterms:modified xsi:type="dcterms:W3CDTF">2026-07-28T05:34:05Z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4B25377FFEA2483BAD09239D215D2DF3_13</vt:lpwstr>
  </property>
</Properties>
</file>